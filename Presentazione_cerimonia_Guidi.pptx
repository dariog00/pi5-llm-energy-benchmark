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4" r:id="rId4"/>
  </p:sldMasterIdLst>
  <p:notesMasterIdLst>
    <p:notesMasterId r:id="rId6"/>
  </p:notesMasterIdLst>
  <p:sldIdLst>
    <p:sldId id="277" r:id="rId5"/>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99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808" autoAdjust="0"/>
    <p:restoredTop sz="94725"/>
  </p:normalViewPr>
  <p:slideViewPr>
    <p:cSldViewPr snapToGrid="0">
      <p:cViewPr varScale="1">
        <p:scale>
          <a:sx n="105" d="100"/>
          <a:sy n="105" d="100"/>
        </p:scale>
        <p:origin x="846"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1383589-15D9-4CFE-9B4B-26AE81DF1623}" type="datetimeFigureOut">
              <a:rPr lang="it-IT" smtClean="0"/>
              <a:t>04/04/2025</a:t>
            </a:fld>
            <a:endParaRPr lang="it-IT"/>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39E6542-C006-42EB-AFFB-A9CDF48A320D}" type="slidenum">
              <a:rPr lang="it-IT" smtClean="0"/>
              <a:t>‹N›</a:t>
            </a:fld>
            <a:endParaRPr lang="it-IT"/>
          </a:p>
        </p:txBody>
      </p:sp>
    </p:spTree>
    <p:extLst>
      <p:ext uri="{BB962C8B-B14F-4D97-AF65-F5344CB8AC3E}">
        <p14:creationId xmlns:p14="http://schemas.microsoft.com/office/powerpoint/2010/main" val="20099239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t>Buonasera a tutti. In parole semplici: i programmi di intelligenza artificiale come ChatGPT di solito girano su enormi centri di calcolo che consumano tantissima energia. Io mi sono chiesto se si possano far funzionare su un piccolo computer da poche decine di euro, il Raspberry Pi, consumando molto meno. Ho messo alla prova sei di questi programmi, misurando quanta energia consumano, quanto sono bravi a rispondere e quanto sono veloci. La risposta e' si': anche un dispositivo minuscolo ce la fa, in modo efficiente. E' un piccolo passo verso un'intelligenza artificiale piu' sostenibile e piu' vicina a ognuno di noi. Grazie.</a:t>
            </a:r>
          </a:p>
        </p:txBody>
      </p:sp>
      <p:sp>
        <p:nvSpPr>
          <p:cNvPr id="4" name="Segnaposto numero diapositiva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4EE60B4-5E75-47B1-8ECC-4F5809CE13DE}" type="slidenum">
              <a:rPr kumimoji="0" lang="it-IT" sz="13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it-IT" sz="13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075832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420283"/>
            <a:ext cx="5181600" cy="980017"/>
          </a:xfrm>
        </p:spPr>
        <p:txBody>
          <a:bodyPr/>
          <a:lstStyle/>
          <a:p>
            <a:r>
              <a:rPr lang="en-US"/>
              <a:t>Click to edit Master title style</a:t>
            </a:r>
          </a:p>
        </p:txBody>
      </p:sp>
      <p:sp>
        <p:nvSpPr>
          <p:cNvPr id="3" name="Subtitle 2"/>
          <p:cNvSpPr>
            <a:spLocks noGrp="1"/>
          </p:cNvSpPr>
          <p:nvPr>
            <p:ph type="subTitle" idx="1"/>
          </p:nvPr>
        </p:nvSpPr>
        <p:spPr>
          <a:xfrm>
            <a:off x="914400" y="2590800"/>
            <a:ext cx="4267200" cy="1168400"/>
          </a:xfrm>
        </p:spPr>
        <p:txBody>
          <a:bodyPr/>
          <a:lstStyle>
            <a:lvl1pPr marL="0" indent="0" algn="ctr">
              <a:buNone/>
              <a:defRPr>
                <a:solidFill>
                  <a:schemeClr val="tx1">
                    <a:tint val="75000"/>
                  </a:schemeClr>
                </a:solidFill>
              </a:defRPr>
            </a:lvl1pPr>
            <a:lvl2pPr marL="304815" indent="0" algn="ctr">
              <a:buNone/>
              <a:defRPr>
                <a:solidFill>
                  <a:schemeClr val="tx1">
                    <a:tint val="75000"/>
                  </a:schemeClr>
                </a:solidFill>
              </a:defRPr>
            </a:lvl2pPr>
            <a:lvl3pPr marL="609630" indent="0" algn="ctr">
              <a:buNone/>
              <a:defRPr>
                <a:solidFill>
                  <a:schemeClr val="tx1">
                    <a:tint val="75000"/>
                  </a:schemeClr>
                </a:solidFill>
              </a:defRPr>
            </a:lvl3pPr>
            <a:lvl4pPr marL="914446" indent="0" algn="ctr">
              <a:buNone/>
              <a:defRPr>
                <a:solidFill>
                  <a:schemeClr val="tx1">
                    <a:tint val="75000"/>
                  </a:schemeClr>
                </a:solidFill>
              </a:defRPr>
            </a:lvl4pPr>
            <a:lvl5pPr marL="1219261" indent="0" algn="ctr">
              <a:buNone/>
              <a:defRPr>
                <a:solidFill>
                  <a:schemeClr val="tx1">
                    <a:tint val="75000"/>
                  </a:schemeClr>
                </a:solidFill>
              </a:defRPr>
            </a:lvl5pPr>
            <a:lvl6pPr marL="1524076" indent="0" algn="ctr">
              <a:buNone/>
              <a:defRPr>
                <a:solidFill>
                  <a:schemeClr val="tx1">
                    <a:tint val="75000"/>
                  </a:schemeClr>
                </a:solidFill>
              </a:defRPr>
            </a:lvl6pPr>
            <a:lvl7pPr marL="1828891" indent="0" algn="ctr">
              <a:buNone/>
              <a:defRPr>
                <a:solidFill>
                  <a:schemeClr val="tx1">
                    <a:tint val="75000"/>
                  </a:schemeClr>
                </a:solidFill>
              </a:defRPr>
            </a:lvl7pPr>
            <a:lvl8pPr marL="2133707" indent="0" algn="ctr">
              <a:buNone/>
              <a:defRPr>
                <a:solidFill>
                  <a:schemeClr val="tx1">
                    <a:tint val="75000"/>
                  </a:schemeClr>
                </a:solidFill>
              </a:defRPr>
            </a:lvl8pPr>
            <a:lvl9pPr marL="2438522"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extLst>
      <p:ext uri="{BB962C8B-B14F-4D97-AF65-F5344CB8AC3E}">
        <p14:creationId xmlns:p14="http://schemas.microsoft.com/office/powerpoint/2010/main" val="34959656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extLst>
      <p:ext uri="{BB962C8B-B14F-4D97-AF65-F5344CB8AC3E}">
        <p14:creationId xmlns:p14="http://schemas.microsoft.com/office/powerpoint/2010/main" val="2750059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81542" y="2937934"/>
            <a:ext cx="5181600" cy="908050"/>
          </a:xfrm>
        </p:spPr>
        <p:txBody>
          <a:bodyPr anchor="t"/>
          <a:lstStyle>
            <a:lvl1pPr algn="l">
              <a:defRPr sz="2667" b="1" cap="all"/>
            </a:lvl1pPr>
          </a:lstStyle>
          <a:p>
            <a:r>
              <a:rPr lang="en-US"/>
              <a:t>Click to edit Master title style</a:t>
            </a:r>
          </a:p>
        </p:txBody>
      </p:sp>
      <p:sp>
        <p:nvSpPr>
          <p:cNvPr id="3" name="Text Placeholder 2"/>
          <p:cNvSpPr>
            <a:spLocks noGrp="1"/>
          </p:cNvSpPr>
          <p:nvPr>
            <p:ph type="body" idx="1"/>
          </p:nvPr>
        </p:nvSpPr>
        <p:spPr>
          <a:xfrm>
            <a:off x="481542" y="1937809"/>
            <a:ext cx="5181600" cy="1000125"/>
          </a:xfrm>
        </p:spPr>
        <p:txBody>
          <a:bodyPr anchor="b"/>
          <a:lstStyle>
            <a:lvl1pPr marL="0" indent="0">
              <a:buNone/>
              <a:defRPr sz="1333">
                <a:solidFill>
                  <a:schemeClr val="tx1">
                    <a:tint val="75000"/>
                  </a:schemeClr>
                </a:solidFill>
              </a:defRPr>
            </a:lvl1pPr>
            <a:lvl2pPr marL="304815" indent="0">
              <a:buNone/>
              <a:defRPr sz="1200">
                <a:solidFill>
                  <a:schemeClr val="tx1">
                    <a:tint val="75000"/>
                  </a:schemeClr>
                </a:solidFill>
              </a:defRPr>
            </a:lvl2pPr>
            <a:lvl3pPr marL="609630" indent="0">
              <a:buNone/>
              <a:defRPr sz="1067">
                <a:solidFill>
                  <a:schemeClr val="tx1">
                    <a:tint val="75000"/>
                  </a:schemeClr>
                </a:solidFill>
              </a:defRPr>
            </a:lvl3pPr>
            <a:lvl4pPr marL="914446" indent="0">
              <a:buNone/>
              <a:defRPr sz="933">
                <a:solidFill>
                  <a:schemeClr val="tx1">
                    <a:tint val="75000"/>
                  </a:schemeClr>
                </a:solidFill>
              </a:defRPr>
            </a:lvl4pPr>
            <a:lvl5pPr marL="1219261" indent="0">
              <a:buNone/>
              <a:defRPr sz="933">
                <a:solidFill>
                  <a:schemeClr val="tx1">
                    <a:tint val="75000"/>
                  </a:schemeClr>
                </a:solidFill>
              </a:defRPr>
            </a:lvl5pPr>
            <a:lvl6pPr marL="1524076" indent="0">
              <a:buNone/>
              <a:defRPr sz="933">
                <a:solidFill>
                  <a:schemeClr val="tx1">
                    <a:tint val="75000"/>
                  </a:schemeClr>
                </a:solidFill>
              </a:defRPr>
            </a:lvl6pPr>
            <a:lvl7pPr marL="1828891" indent="0">
              <a:buNone/>
              <a:defRPr sz="933">
                <a:solidFill>
                  <a:schemeClr val="tx1">
                    <a:tint val="75000"/>
                  </a:schemeClr>
                </a:solidFill>
              </a:defRPr>
            </a:lvl7pPr>
            <a:lvl8pPr marL="2133707" indent="0">
              <a:buNone/>
              <a:defRPr sz="933">
                <a:solidFill>
                  <a:schemeClr val="tx1">
                    <a:tint val="75000"/>
                  </a:schemeClr>
                </a:solidFill>
              </a:defRPr>
            </a:lvl8pPr>
            <a:lvl9pPr marL="2438522" indent="0">
              <a:buNone/>
              <a:defRPr sz="933">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extLst>
      <p:ext uri="{BB962C8B-B14F-4D97-AF65-F5344CB8AC3E}">
        <p14:creationId xmlns:p14="http://schemas.microsoft.com/office/powerpoint/2010/main" val="18337333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04800" y="1066800"/>
            <a:ext cx="2692400" cy="3017309"/>
          </a:xfrm>
        </p:spPr>
        <p:txBody>
          <a:bodyPr/>
          <a:lstStyle>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098800" y="1066800"/>
            <a:ext cx="2692400" cy="3017309"/>
          </a:xfrm>
        </p:spPr>
        <p:txBody>
          <a:bodyPr/>
          <a:lstStyle>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extLst>
      <p:ext uri="{BB962C8B-B14F-4D97-AF65-F5344CB8AC3E}">
        <p14:creationId xmlns:p14="http://schemas.microsoft.com/office/powerpoint/2010/main" val="2042972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304800" y="1023409"/>
            <a:ext cx="2693459" cy="426508"/>
          </a:xfrm>
        </p:spPr>
        <p:txBody>
          <a:bodyPr anchor="b"/>
          <a:lstStyle>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4" name="Content Placeholder 3"/>
          <p:cNvSpPr>
            <a:spLocks noGrp="1"/>
          </p:cNvSpPr>
          <p:nvPr>
            <p:ph sz="half" idx="2"/>
          </p:nvPr>
        </p:nvSpPr>
        <p:spPr>
          <a:xfrm>
            <a:off x="304800" y="1449917"/>
            <a:ext cx="2693459" cy="2634192"/>
          </a:xfrm>
        </p:spPr>
        <p:txBody>
          <a:bodyPr/>
          <a:lstStyle>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096684" y="1023409"/>
            <a:ext cx="2694517" cy="426508"/>
          </a:xfrm>
        </p:spPr>
        <p:txBody>
          <a:bodyPr anchor="b"/>
          <a:lstStyle>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6" name="Content Placeholder 5"/>
          <p:cNvSpPr>
            <a:spLocks noGrp="1"/>
          </p:cNvSpPr>
          <p:nvPr>
            <p:ph sz="quarter" idx="4"/>
          </p:nvPr>
        </p:nvSpPr>
        <p:spPr>
          <a:xfrm>
            <a:off x="3096684" y="1449917"/>
            <a:ext cx="2694517" cy="2634192"/>
          </a:xfrm>
        </p:spPr>
        <p:txBody>
          <a:bodyPr/>
          <a:lstStyle>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a:t>
            </a:fld>
            <a:endParaRPr lang="en-US"/>
          </a:p>
        </p:txBody>
      </p:sp>
    </p:spTree>
    <p:extLst>
      <p:ext uri="{BB962C8B-B14F-4D97-AF65-F5344CB8AC3E}">
        <p14:creationId xmlns:p14="http://schemas.microsoft.com/office/powerpoint/2010/main" val="16161635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a:t>
            </a:fld>
            <a:endParaRPr lang="en-US"/>
          </a:p>
        </p:txBody>
      </p:sp>
    </p:spTree>
    <p:extLst>
      <p:ext uri="{BB962C8B-B14F-4D97-AF65-F5344CB8AC3E}">
        <p14:creationId xmlns:p14="http://schemas.microsoft.com/office/powerpoint/2010/main" val="2968991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a:t>
            </a:fld>
            <a:endParaRPr lang="en-US"/>
          </a:p>
        </p:txBody>
      </p:sp>
    </p:spTree>
    <p:extLst>
      <p:ext uri="{BB962C8B-B14F-4D97-AF65-F5344CB8AC3E}">
        <p14:creationId xmlns:p14="http://schemas.microsoft.com/office/powerpoint/2010/main" val="37124924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0" y="182033"/>
            <a:ext cx="2005542" cy="774700"/>
          </a:xfrm>
        </p:spPr>
        <p:txBody>
          <a:bodyPr anchor="b"/>
          <a:lstStyle>
            <a:lvl1pPr algn="l">
              <a:defRPr sz="1333" b="1"/>
            </a:lvl1pPr>
          </a:lstStyle>
          <a:p>
            <a:r>
              <a:rPr lang="en-US"/>
              <a:t>Click to edit Master title style</a:t>
            </a:r>
          </a:p>
        </p:txBody>
      </p:sp>
      <p:sp>
        <p:nvSpPr>
          <p:cNvPr id="3" name="Content Placeholder 2"/>
          <p:cNvSpPr>
            <a:spLocks noGrp="1"/>
          </p:cNvSpPr>
          <p:nvPr>
            <p:ph idx="1"/>
          </p:nvPr>
        </p:nvSpPr>
        <p:spPr>
          <a:xfrm>
            <a:off x="2383367" y="182034"/>
            <a:ext cx="3407833" cy="3902075"/>
          </a:xfrm>
        </p:spPr>
        <p:txBody>
          <a:bodyPr/>
          <a:lstStyle>
            <a:lvl1pPr>
              <a:defRPr sz="2133"/>
            </a:lvl1pPr>
            <a:lvl2pPr>
              <a:defRPr sz="1867"/>
            </a:lvl2pPr>
            <a:lvl3pPr>
              <a:defRPr sz="1600"/>
            </a:lvl3pPr>
            <a:lvl4pPr>
              <a:defRPr sz="1333"/>
            </a:lvl4pPr>
            <a:lvl5pPr>
              <a:defRPr sz="1333"/>
            </a:lvl5pPr>
            <a:lvl6pPr>
              <a:defRPr sz="1333"/>
            </a:lvl6pPr>
            <a:lvl7pPr>
              <a:defRPr sz="1333"/>
            </a:lvl7pPr>
            <a:lvl8pPr>
              <a:defRPr sz="1333"/>
            </a:lvl8pPr>
            <a:lvl9pPr>
              <a:defRPr sz="13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04800" y="956734"/>
            <a:ext cx="2005542" cy="3127375"/>
          </a:xfrm>
        </p:spPr>
        <p:txBody>
          <a:bodyPr/>
          <a:lstStyle>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extLst>
      <p:ext uri="{BB962C8B-B14F-4D97-AF65-F5344CB8AC3E}">
        <p14:creationId xmlns:p14="http://schemas.microsoft.com/office/powerpoint/2010/main" val="32345551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94859" y="3200400"/>
            <a:ext cx="3657600" cy="377825"/>
          </a:xfrm>
        </p:spPr>
        <p:txBody>
          <a:bodyPr anchor="b"/>
          <a:lstStyle>
            <a:lvl1pPr algn="l">
              <a:defRPr sz="1333" b="1"/>
            </a:lvl1pPr>
          </a:lstStyle>
          <a:p>
            <a:r>
              <a:rPr lang="en-US"/>
              <a:t>Click to edit Master title style</a:t>
            </a:r>
          </a:p>
        </p:txBody>
      </p:sp>
      <p:sp>
        <p:nvSpPr>
          <p:cNvPr id="3" name="Picture Placeholder 2"/>
          <p:cNvSpPr>
            <a:spLocks noGrp="1"/>
          </p:cNvSpPr>
          <p:nvPr>
            <p:ph type="pic" idx="1"/>
          </p:nvPr>
        </p:nvSpPr>
        <p:spPr>
          <a:xfrm>
            <a:off x="1194859" y="408517"/>
            <a:ext cx="3657600" cy="2743200"/>
          </a:xfrm>
        </p:spPr>
        <p:txBody>
          <a:bodyPr/>
          <a:lstStyle>
            <a:lvl1pPr marL="0" indent="0">
              <a:buNone/>
              <a:defRPr sz="2133"/>
            </a:lvl1pPr>
            <a:lvl2pPr marL="304815" indent="0">
              <a:buNone/>
              <a:defRPr sz="1867"/>
            </a:lvl2pPr>
            <a:lvl3pPr marL="609630" indent="0">
              <a:buNone/>
              <a:defRPr sz="1600"/>
            </a:lvl3pPr>
            <a:lvl4pPr marL="914446" indent="0">
              <a:buNone/>
              <a:defRPr sz="1333"/>
            </a:lvl4pPr>
            <a:lvl5pPr marL="1219261" indent="0">
              <a:buNone/>
              <a:defRPr sz="1333"/>
            </a:lvl5pPr>
            <a:lvl6pPr marL="1524076" indent="0">
              <a:buNone/>
              <a:defRPr sz="1333"/>
            </a:lvl6pPr>
            <a:lvl7pPr marL="1828891" indent="0">
              <a:buNone/>
              <a:defRPr sz="1333"/>
            </a:lvl7pPr>
            <a:lvl8pPr marL="2133707" indent="0">
              <a:buNone/>
              <a:defRPr sz="1333"/>
            </a:lvl8pPr>
            <a:lvl9pPr marL="2438522" indent="0">
              <a:buNone/>
              <a:defRPr sz="1333"/>
            </a:lvl9pPr>
          </a:lstStyle>
          <a:p>
            <a:endParaRPr lang="en-US"/>
          </a:p>
        </p:txBody>
      </p:sp>
      <p:sp>
        <p:nvSpPr>
          <p:cNvPr id="4" name="Text Placeholder 3"/>
          <p:cNvSpPr>
            <a:spLocks noGrp="1"/>
          </p:cNvSpPr>
          <p:nvPr>
            <p:ph type="body" sz="half" idx="2"/>
          </p:nvPr>
        </p:nvSpPr>
        <p:spPr>
          <a:xfrm>
            <a:off x="1194859" y="3578225"/>
            <a:ext cx="3657600" cy="536575"/>
          </a:xfrm>
        </p:spPr>
        <p:txBody>
          <a:bodyPr/>
          <a:lstStyle>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extLst>
      <p:ext uri="{BB962C8B-B14F-4D97-AF65-F5344CB8AC3E}">
        <p14:creationId xmlns:p14="http://schemas.microsoft.com/office/powerpoint/2010/main" val="14832833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extLst>
      <p:ext uri="{BB962C8B-B14F-4D97-AF65-F5344CB8AC3E}">
        <p14:creationId xmlns:p14="http://schemas.microsoft.com/office/powerpoint/2010/main" val="21472067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419600" y="183092"/>
            <a:ext cx="1371600" cy="390101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04800" y="183092"/>
            <a:ext cx="4013200" cy="39010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extLst>
      <p:ext uri="{BB962C8B-B14F-4D97-AF65-F5344CB8AC3E}">
        <p14:creationId xmlns:p14="http://schemas.microsoft.com/office/powerpoint/2010/main" val="122944092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183092"/>
            <a:ext cx="5486400" cy="762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04800" y="1066800"/>
            <a:ext cx="5486400" cy="301730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04800" y="4237567"/>
            <a:ext cx="1422400" cy="243417"/>
          </a:xfrm>
          <a:prstGeom prst="rect">
            <a:avLst/>
          </a:prstGeom>
        </p:spPr>
        <p:txBody>
          <a:bodyPr vert="horz" lIns="91440" tIns="45720" rIns="91440" bIns="45720" rtlCol="0" anchor="ctr"/>
          <a:lstStyle>
            <a:lvl1pPr algn="l">
              <a:defRPr sz="800">
                <a:solidFill>
                  <a:schemeClr val="tx1">
                    <a:tint val="75000"/>
                  </a:schemeClr>
                </a:solidFill>
              </a:defRPr>
            </a:lvl1pPr>
          </a:lstStyle>
          <a:p>
            <a:fld id="{1D8BD707-D9CF-40AE-B4C6-C98DA3205C09}" type="datetimeFigureOut">
              <a:rPr lang="en-US" smtClean="0"/>
              <a:pPr/>
              <a:t>4/4/2025</a:t>
            </a:fld>
            <a:endParaRPr lang="en-US"/>
          </a:p>
        </p:txBody>
      </p:sp>
      <p:sp>
        <p:nvSpPr>
          <p:cNvPr id="5" name="Footer Placeholder 4"/>
          <p:cNvSpPr>
            <a:spLocks noGrp="1"/>
          </p:cNvSpPr>
          <p:nvPr>
            <p:ph type="ftr" sz="quarter" idx="3"/>
          </p:nvPr>
        </p:nvSpPr>
        <p:spPr>
          <a:xfrm>
            <a:off x="2082800" y="4237567"/>
            <a:ext cx="1930400" cy="243417"/>
          </a:xfrm>
          <a:prstGeom prst="rect">
            <a:avLst/>
          </a:prstGeom>
        </p:spPr>
        <p:txBody>
          <a:bodyPr vert="horz" lIns="91440" tIns="45720" rIns="91440" bIns="45720" rtlCol="0" anchor="ctr"/>
          <a:lstStyle>
            <a:lvl1pPr algn="ctr">
              <a:defRPr sz="8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368800" y="4237567"/>
            <a:ext cx="1422400" cy="243417"/>
          </a:xfrm>
          <a:prstGeom prst="rect">
            <a:avLst/>
          </a:prstGeom>
        </p:spPr>
        <p:txBody>
          <a:bodyPr vert="horz" lIns="91440" tIns="45720" rIns="91440" bIns="45720" rtlCol="0" anchor="ctr"/>
          <a:lstStyle>
            <a:lvl1pPr algn="r">
              <a:defRPr sz="800">
                <a:solidFill>
                  <a:schemeClr val="tx1">
                    <a:tint val="75000"/>
                  </a:schemeClr>
                </a:solidFill>
              </a:defRPr>
            </a:lvl1pPr>
          </a:lstStyle>
          <a:p>
            <a:fld id="{B6F15528-21DE-4FAA-801E-634DDDAF4B2B}" type="slidenum">
              <a:rPr lang="en-US" smtClean="0"/>
              <a:pPr/>
              <a:t>‹N›</a:t>
            </a:fld>
            <a:endParaRPr lang="en-US"/>
          </a:p>
        </p:txBody>
      </p:sp>
    </p:spTree>
    <p:extLst>
      <p:ext uri="{BB962C8B-B14F-4D97-AF65-F5344CB8AC3E}">
        <p14:creationId xmlns:p14="http://schemas.microsoft.com/office/powerpoint/2010/main" val="3594612030"/>
      </p:ext>
    </p:extLst>
  </p:cSld>
  <p:clrMap bg1="lt1" tx1="dk1" bg2="lt2" tx2="dk2" accent1="accent1" accent2="accent2" accent3="accent3" accent4="accent4" accent5="accent5" accent6="accent6" hlink="hlink" folHlink="folHlink"/>
  <p:sldLayoutIdLst>
    <p:sldLayoutId id="2147483725" r:id="rId1"/>
    <p:sldLayoutId id="2147483726" r:id="rId2"/>
    <p:sldLayoutId id="2147483727" r:id="rId3"/>
    <p:sldLayoutId id="2147483728" r:id="rId4"/>
    <p:sldLayoutId id="2147483729" r:id="rId5"/>
    <p:sldLayoutId id="2147483730" r:id="rId6"/>
    <p:sldLayoutId id="2147483731" r:id="rId7"/>
    <p:sldLayoutId id="2147483732" r:id="rId8"/>
    <p:sldLayoutId id="2147483733" r:id="rId9"/>
    <p:sldLayoutId id="2147483734" r:id="rId10"/>
    <p:sldLayoutId id="2147483735" r:id="rId11"/>
  </p:sldLayoutIdLst>
  <p:txStyles>
    <p:titleStyle>
      <a:lvl1pPr algn="ctr" defTabSz="609630" rtl="0" eaLnBrk="1" latinLnBrk="0" hangingPunct="1">
        <a:spcBef>
          <a:spcPct val="0"/>
        </a:spcBef>
        <a:buNone/>
        <a:defRPr sz="2933" kern="1200">
          <a:solidFill>
            <a:schemeClr val="tx1"/>
          </a:solidFill>
          <a:latin typeface="+mj-lt"/>
          <a:ea typeface="+mj-ea"/>
          <a:cs typeface="+mj-cs"/>
        </a:defRPr>
      </a:lvl1pPr>
    </p:titleStyle>
    <p:body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p:bodyStyle>
    <p:otherStyle>
      <a:defPPr>
        <a:defRPr lang="en-US"/>
      </a:defPPr>
      <a:lvl1pPr marL="0" algn="l" defTabSz="609630" rtl="0" eaLnBrk="1" latinLnBrk="0" hangingPunct="1">
        <a:defRPr sz="1200" kern="1200">
          <a:solidFill>
            <a:schemeClr val="tx1"/>
          </a:solidFill>
          <a:latin typeface="+mn-lt"/>
          <a:ea typeface="+mn-ea"/>
          <a:cs typeface="+mn-cs"/>
        </a:defRPr>
      </a:lvl1pPr>
      <a:lvl2pPr marL="304815" algn="l" defTabSz="609630" rtl="0" eaLnBrk="1" latinLnBrk="0" hangingPunct="1">
        <a:defRPr sz="1200" kern="1200">
          <a:solidFill>
            <a:schemeClr val="tx1"/>
          </a:solidFill>
          <a:latin typeface="+mn-lt"/>
          <a:ea typeface="+mn-ea"/>
          <a:cs typeface="+mn-cs"/>
        </a:defRPr>
      </a:lvl2pPr>
      <a:lvl3pPr marL="609630" algn="l" defTabSz="609630" rtl="0" eaLnBrk="1" latinLnBrk="0" hangingPunct="1">
        <a:defRPr sz="1200" kern="1200">
          <a:solidFill>
            <a:schemeClr val="tx1"/>
          </a:solidFill>
          <a:latin typeface="+mn-lt"/>
          <a:ea typeface="+mn-ea"/>
          <a:cs typeface="+mn-cs"/>
        </a:defRPr>
      </a:lvl3pPr>
      <a:lvl4pPr marL="914446" algn="l" defTabSz="609630" rtl="0" eaLnBrk="1" latinLnBrk="0" hangingPunct="1">
        <a:defRPr sz="1200" kern="1200">
          <a:solidFill>
            <a:schemeClr val="tx1"/>
          </a:solidFill>
          <a:latin typeface="+mn-lt"/>
          <a:ea typeface="+mn-ea"/>
          <a:cs typeface="+mn-cs"/>
        </a:defRPr>
      </a:lvl4pPr>
      <a:lvl5pPr marL="1219261" algn="l" defTabSz="609630" rtl="0" eaLnBrk="1" latinLnBrk="0" hangingPunct="1">
        <a:defRPr sz="1200" kern="1200">
          <a:solidFill>
            <a:schemeClr val="tx1"/>
          </a:solidFill>
          <a:latin typeface="+mn-lt"/>
          <a:ea typeface="+mn-ea"/>
          <a:cs typeface="+mn-cs"/>
        </a:defRPr>
      </a:lvl5pPr>
      <a:lvl6pPr marL="1524076" algn="l" defTabSz="609630" rtl="0" eaLnBrk="1" latinLnBrk="0" hangingPunct="1">
        <a:defRPr sz="1200" kern="1200">
          <a:solidFill>
            <a:schemeClr val="tx1"/>
          </a:solidFill>
          <a:latin typeface="+mn-lt"/>
          <a:ea typeface="+mn-ea"/>
          <a:cs typeface="+mn-cs"/>
        </a:defRPr>
      </a:lvl6pPr>
      <a:lvl7pPr marL="1828891" algn="l" defTabSz="609630" rtl="0" eaLnBrk="1" latinLnBrk="0" hangingPunct="1">
        <a:defRPr sz="1200" kern="1200">
          <a:solidFill>
            <a:schemeClr val="tx1"/>
          </a:solidFill>
          <a:latin typeface="+mn-lt"/>
          <a:ea typeface="+mn-ea"/>
          <a:cs typeface="+mn-cs"/>
        </a:defRPr>
      </a:lvl7pPr>
      <a:lvl8pPr marL="2133707" algn="l" defTabSz="609630" rtl="0" eaLnBrk="1" latinLnBrk="0" hangingPunct="1">
        <a:defRPr sz="1200" kern="1200">
          <a:solidFill>
            <a:schemeClr val="tx1"/>
          </a:solidFill>
          <a:latin typeface="+mn-lt"/>
          <a:ea typeface="+mn-ea"/>
          <a:cs typeface="+mn-cs"/>
        </a:defRPr>
      </a:lvl8pPr>
      <a:lvl9pPr marL="2438522" algn="l" defTabSz="609630" rtl="0" eaLnBrk="1" latinLnBrk="0" hangingPunct="1">
        <a:defRPr sz="1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61000">
              <a:schemeClr val="accent1">
                <a:lumMod val="5000"/>
                <a:lumOff val="95000"/>
                <a:alpha val="5000"/>
              </a:schemeClr>
            </a:gs>
            <a:gs pos="0">
              <a:schemeClr val="accent1">
                <a:lumMod val="60000"/>
                <a:lumOff val="40000"/>
              </a:schemeClr>
            </a:gs>
            <a:gs pos="41500">
              <a:srgbClr val="D3E0EF"/>
            </a:gs>
            <a:gs pos="22000">
              <a:schemeClr val="accent1">
                <a:lumMod val="45000"/>
                <a:lumOff val="55000"/>
              </a:schemeClr>
            </a:gs>
            <a:gs pos="87000">
              <a:schemeClr val="accent1">
                <a:lumMod val="30000"/>
                <a:lumOff val="70000"/>
              </a:schemeClr>
            </a:gs>
          </a:gsLst>
          <a:lin ang="7200000" scaled="0"/>
          <a:tileRect/>
        </a:gradFill>
        <a:effectLst/>
      </p:bgPr>
    </p:bg>
    <p:spTree>
      <p:nvGrpSpPr>
        <p:cNvPr id="1" name=""/>
        <p:cNvGrpSpPr/>
        <p:nvPr/>
      </p:nvGrpSpPr>
      <p:grpSpPr>
        <a:xfrm>
          <a:off x="0" y="0"/>
          <a:ext cx="0" cy="0"/>
          <a:chOff x="0" y="0"/>
          <a:chExt cx="0" cy="0"/>
        </a:xfrm>
      </p:grpSpPr>
      <p:sp>
        <p:nvSpPr>
          <p:cNvPr id="3" name="AutoShape 3"/>
          <p:cNvSpPr/>
          <p:nvPr/>
        </p:nvSpPr>
        <p:spPr>
          <a:xfrm rot="-5400000">
            <a:off x="2675991" y="3644434"/>
            <a:ext cx="221229" cy="5573210"/>
          </a:xfrm>
          <a:prstGeom prst="rect">
            <a:avLst/>
          </a:prstGeom>
          <a:solidFill>
            <a:srgbClr val="000000"/>
          </a:solidFill>
        </p:spPr>
        <p:txBody>
          <a:bodyPr/>
          <a:lstStyle/>
          <a:p>
            <a:endParaRPr lang="it-IT" dirty="0"/>
          </a:p>
        </p:txBody>
      </p:sp>
      <p:grpSp>
        <p:nvGrpSpPr>
          <p:cNvPr id="4" name="Group 4"/>
          <p:cNvGrpSpPr/>
          <p:nvPr/>
        </p:nvGrpSpPr>
        <p:grpSpPr>
          <a:xfrm rot="-10800000">
            <a:off x="6348813" y="0"/>
            <a:ext cx="5843187" cy="4124189"/>
            <a:chOff x="0" y="0"/>
            <a:chExt cx="6350000" cy="6339840"/>
          </a:xfrm>
        </p:grpSpPr>
        <p:sp>
          <p:nvSpPr>
            <p:cNvPr id="5" name="Freeform 5"/>
            <p:cNvSpPr/>
            <p:nvPr/>
          </p:nvSpPr>
          <p:spPr>
            <a:xfrm>
              <a:off x="0" y="0"/>
              <a:ext cx="6350000" cy="6339840"/>
            </a:xfrm>
            <a:custGeom>
              <a:avLst/>
              <a:gdLst/>
              <a:ahLst/>
              <a:cxnLst/>
              <a:rect l="l" t="t" r="r" b="b"/>
              <a:pathLst>
                <a:path w="6350000" h="6339840">
                  <a:moveTo>
                    <a:pt x="6350000" y="6339840"/>
                  </a:moveTo>
                  <a:lnTo>
                    <a:pt x="0" y="6339840"/>
                  </a:lnTo>
                  <a:lnTo>
                    <a:pt x="0" y="0"/>
                  </a:lnTo>
                  <a:close/>
                </a:path>
              </a:pathLst>
            </a:custGeom>
            <a:solidFill>
              <a:srgbClr val="000000"/>
            </a:solidFill>
          </p:spPr>
          <p:txBody>
            <a:bodyPr/>
            <a:lstStyle/>
            <a:p>
              <a:endParaRPr lang="it-IT"/>
            </a:p>
          </p:txBody>
        </p:sp>
      </p:grpSp>
      <p:pic>
        <p:nvPicPr>
          <p:cNvPr id="6" name="Picture 6"/>
          <p:cNvPicPr>
            <a:picLocks noChangeAspect="1"/>
          </p:cNvPicPr>
          <p:nvPr/>
        </p:nvPicPr>
        <p:blipFill>
          <a:blip r:embed="rId3" cstate="print">
            <a:alphaModFix amt="65999"/>
          </a:blip>
          <a:srcRect/>
          <a:stretch>
            <a:fillRect/>
          </a:stretch>
        </p:blipFill>
        <p:spPr>
          <a:xfrm rot="2113473">
            <a:off x="9457791" y="1241140"/>
            <a:ext cx="2391368" cy="1641307"/>
          </a:xfrm>
          <a:prstGeom prst="rect">
            <a:avLst/>
          </a:prstGeom>
        </p:spPr>
      </p:pic>
      <p:pic>
        <p:nvPicPr>
          <p:cNvPr id="7" name="Picture 7"/>
          <p:cNvPicPr>
            <a:picLocks noChangeAspect="1"/>
          </p:cNvPicPr>
          <p:nvPr/>
        </p:nvPicPr>
        <p:blipFill>
          <a:blip r:embed="rId4" cstate="print"/>
          <a:srcRect/>
          <a:stretch>
            <a:fillRect/>
          </a:stretch>
        </p:blipFill>
        <p:spPr>
          <a:xfrm rot="12935635">
            <a:off x="8485418" y="1091822"/>
            <a:ext cx="2137901" cy="1068951"/>
          </a:xfrm>
          <a:prstGeom prst="rect">
            <a:avLst/>
          </a:prstGeom>
        </p:spPr>
      </p:pic>
      <p:pic>
        <p:nvPicPr>
          <p:cNvPr id="8" name="Picture 8"/>
          <p:cNvPicPr>
            <a:picLocks noChangeAspect="1"/>
          </p:cNvPicPr>
          <p:nvPr/>
        </p:nvPicPr>
        <p:blipFill>
          <a:blip r:embed="rId5" cstate="print"/>
          <a:srcRect/>
          <a:stretch>
            <a:fillRect/>
          </a:stretch>
        </p:blipFill>
        <p:spPr>
          <a:xfrm>
            <a:off x="8395891" y="1169232"/>
            <a:ext cx="1749032" cy="1785725"/>
          </a:xfrm>
          <a:prstGeom prst="rect">
            <a:avLst/>
          </a:prstGeom>
        </p:spPr>
      </p:pic>
      <p:sp>
        <p:nvSpPr>
          <p:cNvPr id="17" name="AutoShape 17"/>
          <p:cNvSpPr/>
          <p:nvPr/>
        </p:nvSpPr>
        <p:spPr>
          <a:xfrm rot="-5400000">
            <a:off x="3325708" y="-2375208"/>
            <a:ext cx="45719" cy="6697136"/>
          </a:xfrm>
          <a:prstGeom prst="rect">
            <a:avLst/>
          </a:prstGeom>
          <a:solidFill>
            <a:srgbClr val="000000"/>
          </a:solidFill>
        </p:spPr>
        <p:txBody>
          <a:bodyPr/>
          <a:lstStyle/>
          <a:p>
            <a:endParaRPr lang="it-IT"/>
          </a:p>
        </p:txBody>
      </p:sp>
      <p:grpSp>
        <p:nvGrpSpPr>
          <p:cNvPr id="18" name="Group 18"/>
          <p:cNvGrpSpPr/>
          <p:nvPr/>
        </p:nvGrpSpPr>
        <p:grpSpPr>
          <a:xfrm>
            <a:off x="6208692" y="2585628"/>
            <a:ext cx="5542805" cy="3295564"/>
            <a:chOff x="0" y="-28575"/>
            <a:chExt cx="11085609" cy="6591128"/>
          </a:xfrm>
        </p:grpSpPr>
        <p:sp>
          <p:nvSpPr>
            <p:cNvPr id="19" name="TextBox 19"/>
            <p:cNvSpPr txBox="1"/>
            <p:nvPr/>
          </p:nvSpPr>
          <p:spPr>
            <a:xfrm>
              <a:off x="0" y="-28575"/>
              <a:ext cx="11085609" cy="619914"/>
            </a:xfrm>
            <a:prstGeom prst="rect">
              <a:avLst/>
            </a:prstGeom>
          </p:spPr>
          <p:txBody>
            <a:bodyPr lIns="0" tIns="0" rIns="0" bIns="0" rtlCol="0" anchor="t">
              <a:spAutoFit/>
            </a:bodyPr>
            <a:lstStyle/>
            <a:p>
              <a:pPr defTabSz="609630">
                <a:lnSpc>
                  <a:spcPts val="2773"/>
                </a:lnSpc>
              </a:pPr>
              <a:endParaRPr sz="1200">
                <a:solidFill>
                  <a:prstClr val="black"/>
                </a:solidFill>
                <a:latin typeface="Calibri"/>
              </a:endParaRPr>
            </a:p>
          </p:txBody>
        </p:sp>
        <p:sp>
          <p:nvSpPr>
            <p:cNvPr id="21" name="TextBox 21"/>
            <p:cNvSpPr txBox="1"/>
            <p:nvPr/>
          </p:nvSpPr>
          <p:spPr>
            <a:xfrm>
              <a:off x="0" y="2384695"/>
              <a:ext cx="11085609" cy="619914"/>
            </a:xfrm>
            <a:prstGeom prst="rect">
              <a:avLst/>
            </a:prstGeom>
          </p:spPr>
          <p:txBody>
            <a:bodyPr lIns="0" tIns="0" rIns="0" bIns="0" rtlCol="0" anchor="t">
              <a:spAutoFit/>
            </a:bodyPr>
            <a:lstStyle/>
            <a:p>
              <a:pPr defTabSz="609630">
                <a:lnSpc>
                  <a:spcPts val="2773"/>
                </a:lnSpc>
              </a:pPr>
              <a:endParaRPr sz="1200">
                <a:solidFill>
                  <a:prstClr val="black"/>
                </a:solidFill>
                <a:latin typeface="Calibri"/>
              </a:endParaRPr>
            </a:p>
          </p:txBody>
        </p:sp>
        <p:sp>
          <p:nvSpPr>
            <p:cNvPr id="24" name="TextBox 24"/>
            <p:cNvSpPr txBox="1"/>
            <p:nvPr/>
          </p:nvSpPr>
          <p:spPr>
            <a:xfrm>
              <a:off x="0" y="5904167"/>
              <a:ext cx="11085609" cy="658386"/>
            </a:xfrm>
            <a:prstGeom prst="rect">
              <a:avLst/>
            </a:prstGeom>
          </p:spPr>
          <p:txBody>
            <a:bodyPr lIns="0" tIns="0" rIns="0" bIns="0" rtlCol="0" anchor="t">
              <a:spAutoFit/>
            </a:bodyPr>
            <a:lstStyle/>
            <a:p>
              <a:pPr defTabSz="609630">
                <a:lnSpc>
                  <a:spcPts val="3000"/>
                </a:lnSpc>
              </a:pPr>
              <a:endParaRPr sz="1200">
                <a:solidFill>
                  <a:prstClr val="black"/>
                </a:solidFill>
                <a:latin typeface="Calibri"/>
              </a:endParaRPr>
            </a:p>
          </p:txBody>
        </p:sp>
      </p:grpSp>
      <p:sp>
        <p:nvSpPr>
          <p:cNvPr id="23" name="TextBox 22">
            <a:extLst>
              <a:ext uri="{FF2B5EF4-FFF2-40B4-BE49-F238E27FC236}">
                <a16:creationId xmlns:a16="http://schemas.microsoft.com/office/drawing/2014/main" id="{9B8EA501-835F-484F-B384-C4D371500386}"/>
              </a:ext>
            </a:extLst>
          </p:cNvPr>
          <p:cNvSpPr txBox="1"/>
          <p:nvPr/>
        </p:nvSpPr>
        <p:spPr>
          <a:xfrm>
            <a:off x="5618967" y="4327037"/>
            <a:ext cx="6392703" cy="733342"/>
          </a:xfrm>
          <a:prstGeom prst="rect">
            <a:avLst/>
          </a:prstGeom>
        </p:spPr>
        <p:txBody>
          <a:bodyPr wrap="square" lIns="0" tIns="0" rIns="0" bIns="0" rtlCol="0" anchor="t">
            <a:spAutoFit/>
          </a:bodyPr>
          <a:lstStyle/>
          <a:p>
            <a:pPr defTabSz="609630">
              <a:lnSpc>
                <a:spcPts val="3000"/>
              </a:lnSpc>
            </a:pPr>
            <a:endParaRPr lang="en-US" sz="800" b="1" spc="20" dirty="0">
              <a:solidFill>
                <a:srgbClr val="F2F0F4"/>
              </a:solidFill>
              <a:latin typeface="Times New Roman" pitchFamily="18" charset="0"/>
              <a:cs typeface="Times New Roman" pitchFamily="18" charset="0"/>
            </a:endParaRPr>
          </a:p>
          <a:p>
            <a:pPr defTabSz="609630">
              <a:lnSpc>
                <a:spcPts val="3000"/>
              </a:lnSpc>
            </a:pPr>
            <a:endParaRPr lang="en-US" sz="2000" b="1" spc="20" dirty="0">
              <a:solidFill>
                <a:srgbClr val="F2F0F4"/>
              </a:solidFill>
              <a:latin typeface="Times New Roman" pitchFamily="18" charset="0"/>
              <a:cs typeface="Times New Roman" pitchFamily="18" charset="0"/>
            </a:endParaRPr>
          </a:p>
        </p:txBody>
      </p:sp>
      <p:grpSp>
        <p:nvGrpSpPr>
          <p:cNvPr id="27" name="Group 18">
            <a:extLst>
              <a:ext uri="{FF2B5EF4-FFF2-40B4-BE49-F238E27FC236}">
                <a16:creationId xmlns:a16="http://schemas.microsoft.com/office/drawing/2014/main" id="{AD235C3A-AD37-456B-8F0E-D2AFFCCF60F9}"/>
              </a:ext>
            </a:extLst>
          </p:cNvPr>
          <p:cNvGrpSpPr/>
          <p:nvPr/>
        </p:nvGrpSpPr>
        <p:grpSpPr>
          <a:xfrm>
            <a:off x="6242796" y="2853404"/>
            <a:ext cx="5542805" cy="3295564"/>
            <a:chOff x="0" y="-28575"/>
            <a:chExt cx="11085609" cy="6591128"/>
          </a:xfrm>
        </p:grpSpPr>
        <p:sp>
          <p:nvSpPr>
            <p:cNvPr id="28" name="TextBox 19">
              <a:extLst>
                <a:ext uri="{FF2B5EF4-FFF2-40B4-BE49-F238E27FC236}">
                  <a16:creationId xmlns:a16="http://schemas.microsoft.com/office/drawing/2014/main" id="{6C160FFC-BF29-40F3-9662-4F5DC9DA4EF0}"/>
                </a:ext>
              </a:extLst>
            </p:cNvPr>
            <p:cNvSpPr txBox="1"/>
            <p:nvPr/>
          </p:nvSpPr>
          <p:spPr>
            <a:xfrm>
              <a:off x="0" y="-28575"/>
              <a:ext cx="11085609" cy="619914"/>
            </a:xfrm>
            <a:prstGeom prst="rect">
              <a:avLst/>
            </a:prstGeom>
          </p:spPr>
          <p:txBody>
            <a:bodyPr lIns="0" tIns="0" rIns="0" bIns="0" rtlCol="0" anchor="t">
              <a:spAutoFit/>
            </a:bodyPr>
            <a:lstStyle/>
            <a:p>
              <a:pPr defTabSz="609630">
                <a:lnSpc>
                  <a:spcPts val="2773"/>
                </a:lnSpc>
              </a:pPr>
              <a:endParaRPr sz="1200">
                <a:solidFill>
                  <a:prstClr val="black"/>
                </a:solidFill>
                <a:latin typeface="Calibri"/>
              </a:endParaRPr>
            </a:p>
          </p:txBody>
        </p:sp>
        <p:sp>
          <p:nvSpPr>
            <p:cNvPr id="29" name="TextBox 20">
              <a:extLst>
                <a:ext uri="{FF2B5EF4-FFF2-40B4-BE49-F238E27FC236}">
                  <a16:creationId xmlns:a16="http://schemas.microsoft.com/office/drawing/2014/main" id="{37A003FB-B7AE-4AB2-978F-771A1EA796A4}"/>
                </a:ext>
              </a:extLst>
            </p:cNvPr>
            <p:cNvSpPr txBox="1"/>
            <p:nvPr/>
          </p:nvSpPr>
          <p:spPr>
            <a:xfrm>
              <a:off x="0" y="1098185"/>
              <a:ext cx="11085609" cy="658386"/>
            </a:xfrm>
            <a:prstGeom prst="rect">
              <a:avLst/>
            </a:prstGeom>
          </p:spPr>
          <p:txBody>
            <a:bodyPr lIns="0" tIns="0" rIns="0" bIns="0" rtlCol="0" anchor="t">
              <a:spAutoFit/>
            </a:bodyPr>
            <a:lstStyle/>
            <a:p>
              <a:pPr defTabSz="609630">
                <a:lnSpc>
                  <a:spcPts val="3000"/>
                </a:lnSpc>
              </a:pPr>
              <a:endParaRPr sz="1200">
                <a:solidFill>
                  <a:prstClr val="black"/>
                </a:solidFill>
                <a:latin typeface="Calibri"/>
              </a:endParaRPr>
            </a:p>
          </p:txBody>
        </p:sp>
        <p:sp>
          <p:nvSpPr>
            <p:cNvPr id="30" name="TextBox 21">
              <a:extLst>
                <a:ext uri="{FF2B5EF4-FFF2-40B4-BE49-F238E27FC236}">
                  <a16:creationId xmlns:a16="http://schemas.microsoft.com/office/drawing/2014/main" id="{44FB01D0-B2AF-4013-BD0D-EE6A420013C5}"/>
                </a:ext>
              </a:extLst>
            </p:cNvPr>
            <p:cNvSpPr txBox="1"/>
            <p:nvPr/>
          </p:nvSpPr>
          <p:spPr>
            <a:xfrm>
              <a:off x="0" y="2384695"/>
              <a:ext cx="11085609" cy="619914"/>
            </a:xfrm>
            <a:prstGeom prst="rect">
              <a:avLst/>
            </a:prstGeom>
          </p:spPr>
          <p:txBody>
            <a:bodyPr lIns="0" tIns="0" rIns="0" bIns="0" rtlCol="0" anchor="t">
              <a:spAutoFit/>
            </a:bodyPr>
            <a:lstStyle/>
            <a:p>
              <a:pPr defTabSz="609630">
                <a:lnSpc>
                  <a:spcPts val="2773"/>
                </a:lnSpc>
              </a:pPr>
              <a:endParaRPr sz="1200">
                <a:solidFill>
                  <a:prstClr val="black"/>
                </a:solidFill>
                <a:latin typeface="Calibri"/>
              </a:endParaRPr>
            </a:p>
          </p:txBody>
        </p:sp>
        <p:sp>
          <p:nvSpPr>
            <p:cNvPr id="31" name="TextBox 22">
              <a:extLst>
                <a:ext uri="{FF2B5EF4-FFF2-40B4-BE49-F238E27FC236}">
                  <a16:creationId xmlns:a16="http://schemas.microsoft.com/office/drawing/2014/main" id="{421DA5D8-F9E7-4C92-A2B2-C01D4DBDAA0F}"/>
                </a:ext>
              </a:extLst>
            </p:cNvPr>
            <p:cNvSpPr txBox="1"/>
            <p:nvPr/>
          </p:nvSpPr>
          <p:spPr>
            <a:xfrm>
              <a:off x="0" y="3511453"/>
              <a:ext cx="11085609" cy="697244"/>
            </a:xfrm>
            <a:prstGeom prst="rect">
              <a:avLst/>
            </a:prstGeom>
          </p:spPr>
          <p:txBody>
            <a:bodyPr lIns="0" tIns="0" rIns="0" bIns="0" rtlCol="0" anchor="t">
              <a:spAutoFit/>
            </a:bodyPr>
            <a:lstStyle/>
            <a:p>
              <a:pPr defTabSz="609630">
                <a:lnSpc>
                  <a:spcPts val="3000"/>
                </a:lnSpc>
              </a:pPr>
              <a:endParaRPr lang="en-US" sz="2000" b="1" spc="20" dirty="0">
                <a:solidFill>
                  <a:srgbClr val="F2F0F4"/>
                </a:solidFill>
                <a:latin typeface="Times New Roman" pitchFamily="18" charset="0"/>
                <a:cs typeface="Times New Roman" pitchFamily="18" charset="0"/>
              </a:endParaRPr>
            </a:p>
          </p:txBody>
        </p:sp>
        <p:sp>
          <p:nvSpPr>
            <p:cNvPr id="32" name="TextBox 23">
              <a:extLst>
                <a:ext uri="{FF2B5EF4-FFF2-40B4-BE49-F238E27FC236}">
                  <a16:creationId xmlns:a16="http://schemas.microsoft.com/office/drawing/2014/main" id="{2D2E34D3-BE8D-4319-910B-C2640377823E}"/>
                </a:ext>
              </a:extLst>
            </p:cNvPr>
            <p:cNvSpPr txBox="1"/>
            <p:nvPr/>
          </p:nvSpPr>
          <p:spPr>
            <a:xfrm>
              <a:off x="0" y="4806831"/>
              <a:ext cx="11085609" cy="620300"/>
            </a:xfrm>
            <a:prstGeom prst="rect">
              <a:avLst/>
            </a:prstGeom>
          </p:spPr>
          <p:txBody>
            <a:bodyPr lIns="0" tIns="0" rIns="0" bIns="0" rtlCol="0" anchor="t">
              <a:spAutoFit/>
            </a:bodyPr>
            <a:lstStyle/>
            <a:p>
              <a:pPr defTabSz="609630">
                <a:lnSpc>
                  <a:spcPts val="2600"/>
                </a:lnSpc>
              </a:pPr>
              <a:endParaRPr lang="en-US" sz="2000" b="1" spc="180" dirty="0">
                <a:solidFill>
                  <a:srgbClr val="F2F0F4"/>
                </a:solidFill>
                <a:latin typeface="Times New Roman" pitchFamily="18" charset="0"/>
                <a:cs typeface="Times New Roman" pitchFamily="18" charset="0"/>
              </a:endParaRPr>
            </a:p>
          </p:txBody>
        </p:sp>
        <p:sp>
          <p:nvSpPr>
            <p:cNvPr id="33" name="TextBox 24">
              <a:extLst>
                <a:ext uri="{FF2B5EF4-FFF2-40B4-BE49-F238E27FC236}">
                  <a16:creationId xmlns:a16="http://schemas.microsoft.com/office/drawing/2014/main" id="{46756D82-5ADF-430B-B905-23098C200493}"/>
                </a:ext>
              </a:extLst>
            </p:cNvPr>
            <p:cNvSpPr txBox="1"/>
            <p:nvPr/>
          </p:nvSpPr>
          <p:spPr>
            <a:xfrm>
              <a:off x="0" y="5904167"/>
              <a:ext cx="11085609" cy="658386"/>
            </a:xfrm>
            <a:prstGeom prst="rect">
              <a:avLst/>
            </a:prstGeom>
          </p:spPr>
          <p:txBody>
            <a:bodyPr lIns="0" tIns="0" rIns="0" bIns="0" rtlCol="0" anchor="t">
              <a:spAutoFit/>
            </a:bodyPr>
            <a:lstStyle/>
            <a:p>
              <a:pPr defTabSz="609630">
                <a:lnSpc>
                  <a:spcPts val="3000"/>
                </a:lnSpc>
              </a:pPr>
              <a:endParaRPr sz="1200">
                <a:solidFill>
                  <a:prstClr val="black"/>
                </a:solidFill>
                <a:latin typeface="Calibri"/>
              </a:endParaRPr>
            </a:p>
          </p:txBody>
        </p:sp>
      </p:grpSp>
      <p:sp>
        <p:nvSpPr>
          <p:cNvPr id="2" name="CasellaDiTesto 3">
            <a:extLst>
              <a:ext uri="{FF2B5EF4-FFF2-40B4-BE49-F238E27FC236}">
                <a16:creationId xmlns:a16="http://schemas.microsoft.com/office/drawing/2014/main" id="{6A00E37B-C9F2-4FCD-F63D-5A5BAAC82A49}"/>
              </a:ext>
            </a:extLst>
          </p:cNvPr>
          <p:cNvSpPr txBox="1">
            <a:spLocks noChangeArrowheads="1"/>
          </p:cNvSpPr>
          <p:nvPr/>
        </p:nvSpPr>
        <p:spPr bwMode="auto">
          <a:xfrm>
            <a:off x="100055" y="256643"/>
            <a:ext cx="8833991" cy="523220"/>
          </a:xfrm>
          <a:prstGeom prst="rect">
            <a:avLst/>
          </a:prstGeom>
          <a:noFill/>
          <a:ln w="9525">
            <a:noFill/>
            <a:miter lim="800000"/>
            <a:headEnd/>
            <a:tailEnd/>
          </a:ln>
        </p:spPr>
        <p:txBody>
          <a:bodyPr wrap="square">
            <a:spAutoFit/>
          </a:bodyPr>
          <a:lstStyle/>
          <a:p>
            <a:pPr eaLnBrk="0" hangingPunct="0"/>
            <a:r>
              <a:rPr lang="en-GB" sz="2800" b="1" dirty="0"/>
              <a:t>Corso di </a:t>
            </a:r>
            <a:r>
              <a:rPr lang="en-GB" sz="2800" b="1" dirty="0" err="1"/>
              <a:t>laurea</a:t>
            </a:r>
            <a:r>
              <a:rPr lang="en-GB" sz="2800" b="1" dirty="0"/>
              <a:t> in Ingegneria Informatica</a:t>
            </a:r>
          </a:p>
        </p:txBody>
      </p:sp>
      <p:sp>
        <p:nvSpPr>
          <p:cNvPr id="10" name="CasellaDiTesto 9">
            <a:extLst>
              <a:ext uri="{FF2B5EF4-FFF2-40B4-BE49-F238E27FC236}">
                <a16:creationId xmlns:a16="http://schemas.microsoft.com/office/drawing/2014/main" id="{DE6DEE76-0B03-A5FD-45DF-EF94C375475D}"/>
              </a:ext>
            </a:extLst>
          </p:cNvPr>
          <p:cNvSpPr txBox="1"/>
          <p:nvPr/>
        </p:nvSpPr>
        <p:spPr>
          <a:xfrm>
            <a:off x="220435" y="3221309"/>
            <a:ext cx="5172464" cy="323165"/>
          </a:xfrm>
          <a:prstGeom prst="rect">
            <a:avLst/>
          </a:prstGeom>
          <a:noFill/>
        </p:spPr>
        <p:txBody>
          <a:bodyPr wrap="square" rtlCol="0">
            <a:spAutoFit/>
          </a:bodyPr>
          <a:lstStyle/>
          <a:p>
            <a:r>
              <a:rPr lang="it-IT" sz="1500" dirty="0"/>
              <a:t>I programmi di intelligenza artificiale, come quelli dietro ChatGPT, di solito funzionano su enormi centri di calcolo che consumano moltissima energia. In questa tesi ho verificato se possono girare direttamente su un piccolo computer da poche decine di euro, il Raspberry Pi, consumando poco. Ho confrontato sei di questi programmi misurando quanta energia usano, quanto sono bravi a rispondere e quanto sono veloci. Il risultato e' positivo: anche un dispositivo minuscolo riesce a eseguirli in modo efficiente, un passo verso un'intelligenza artificiale piu' sostenibile e vicina a noi.</a:t>
            </a:r>
          </a:p>
        </p:txBody>
      </p:sp>
      <p:sp>
        <p:nvSpPr>
          <p:cNvPr id="11" name="Rettangolo 10">
            <a:extLst>
              <a:ext uri="{FF2B5EF4-FFF2-40B4-BE49-F238E27FC236}">
                <a16:creationId xmlns:a16="http://schemas.microsoft.com/office/drawing/2014/main" id="{BBE69380-4E78-8FCB-500B-9AFAD29BD2C9}"/>
              </a:ext>
            </a:extLst>
          </p:cNvPr>
          <p:cNvSpPr/>
          <p:nvPr/>
        </p:nvSpPr>
        <p:spPr bwMode="auto">
          <a:xfrm>
            <a:off x="6222846" y="3163641"/>
            <a:ext cx="3685803" cy="3312368"/>
          </a:xfrm>
          <a:prstGeom prst="rect">
            <a:avLst/>
          </a:prstGeom>
          <a:solidFill>
            <a:schemeClr val="tx1">
              <a:lumMod val="9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it-IT" dirty="0">
                <a:solidFill>
                  <a:srgbClr val="9966FF"/>
                </a:solidFill>
                <a:effectLst>
                  <a:outerShdw blurRad="38100" dist="38100" dir="2700000" algn="tl">
                    <a:srgbClr val="000000">
                      <a:alpha val="43137"/>
                    </a:srgbClr>
                  </a:outerShdw>
                </a:effectLst>
              </a:rPr>
              <a:t/>
            </a:r>
          </a:p>
        </p:txBody>
      </p:sp>
      <p:sp>
        <p:nvSpPr>
          <p:cNvPr id="12" name="CasellaDiTesto 11">
            <a:extLst>
              <a:ext uri="{FF2B5EF4-FFF2-40B4-BE49-F238E27FC236}">
                <a16:creationId xmlns:a16="http://schemas.microsoft.com/office/drawing/2014/main" id="{F5A7F071-42B3-9EAF-0C29-0191EDA9E415}"/>
              </a:ext>
            </a:extLst>
          </p:cNvPr>
          <p:cNvSpPr txBox="1"/>
          <p:nvPr/>
        </p:nvSpPr>
        <p:spPr>
          <a:xfrm>
            <a:off x="170094" y="1541403"/>
            <a:ext cx="8693912" cy="1015663"/>
          </a:xfrm>
          <a:prstGeom prst="rect">
            <a:avLst/>
          </a:prstGeom>
          <a:noFill/>
          <a:ln w="28575">
            <a:noFill/>
          </a:ln>
        </p:spPr>
        <p:txBody>
          <a:bodyPr wrap="square" rtlCol="0">
            <a:spAutoFit/>
          </a:bodyPr>
          <a:lstStyle/>
          <a:p>
            <a:r>
              <a:rPr lang="en-GB" sz="2000" b="1" i="1" dirty="0" err="1"/>
              <a:t>Prova</a:t>
            </a:r>
            <a:r>
              <a:rPr lang="en-GB" sz="2000" b="1" i="1" dirty="0"/>
              <a:t> finale</a:t>
            </a:r>
          </a:p>
          <a:p>
            <a:r>
              <a:rPr lang="en-GB" sz="2000" b="1" dirty="0" err="1"/>
              <a:t>Intelligenza artificiale a basso consumo su un piccolo computer</a:t>
            </a:r>
            <a:r>
              <a:rPr lang="en-GB" sz="2000" b="1" dirty="0"/>
              <a:t> </a:t>
            </a:r>
            <a:r>
              <a:rPr lang="en-GB" sz="2000" b="1" dirty="0" err="1"/>
              <a:t/>
            </a:r>
            <a:r>
              <a:rPr lang="en-GB" sz="2000" b="1" dirty="0"/>
              <a:t> </a:t>
            </a:r>
            <a:r>
              <a:rPr lang="en-GB" sz="2000" b="1" dirty="0" err="1"/>
              <a:t/>
            </a:r>
            <a:r>
              <a:rPr lang="en-GB" sz="2000" b="1" dirty="0"/>
              <a:t/>
            </a:r>
            <a:r>
              <a:rPr lang="en-GB" sz="2000" b="1" dirty="0" err="1"/>
              <a:t/>
            </a:r>
            <a:r>
              <a:rPr lang="en-GB" sz="2000" b="1" dirty="0"/>
              <a:t> </a:t>
            </a:r>
            <a:r>
              <a:rPr lang="en-GB" sz="2000" b="1" dirty="0" err="1"/>
              <a:t/>
            </a:r>
            <a:r>
              <a:rPr lang="en-GB" sz="2000" b="1" dirty="0"/>
              <a:t> </a:t>
            </a:r>
            <a:r>
              <a:rPr lang="en-GB" sz="2000" b="1" dirty="0" err="1"/>
              <a:t/>
            </a:r>
            <a:r>
              <a:rPr lang="en-GB" sz="2000" b="1" dirty="0"/>
              <a:t> </a:t>
            </a:r>
          </a:p>
          <a:p>
            <a:r>
              <a:rPr lang="en-GB" sz="2000" b="1" dirty="0" err="1"/>
              <a:t/>
            </a:r>
            <a:r>
              <a:rPr lang="en-GB" sz="2000" b="1" dirty="0"/>
              <a:t/>
            </a:r>
            <a:r>
              <a:rPr lang="en-GB" sz="2000" b="1" dirty="0" err="1"/>
              <a:t/>
            </a:r>
            <a:endParaRPr lang="en-GB" sz="2000" b="1" dirty="0"/>
          </a:p>
        </p:txBody>
      </p:sp>
      <p:sp>
        <p:nvSpPr>
          <p:cNvPr id="13" name="AutoShape 17">
            <a:extLst>
              <a:ext uri="{FF2B5EF4-FFF2-40B4-BE49-F238E27FC236}">
                <a16:creationId xmlns:a16="http://schemas.microsoft.com/office/drawing/2014/main" id="{859A3A89-965B-B393-62B8-47A3E3B0CA89}"/>
              </a:ext>
            </a:extLst>
          </p:cNvPr>
          <p:cNvSpPr/>
          <p:nvPr/>
        </p:nvSpPr>
        <p:spPr>
          <a:xfrm rot="16200000" flipH="1">
            <a:off x="2740972" y="253861"/>
            <a:ext cx="91265" cy="5573213"/>
          </a:xfrm>
          <a:prstGeom prst="rect">
            <a:avLst/>
          </a:prstGeom>
          <a:solidFill>
            <a:srgbClr val="000000"/>
          </a:solidFill>
        </p:spPr>
        <p:txBody>
          <a:bodyPr/>
          <a:lstStyle/>
          <a:p>
            <a:endParaRPr lang="it-IT"/>
          </a:p>
        </p:txBody>
      </p:sp>
      <p:sp>
        <p:nvSpPr>
          <p:cNvPr id="15" name="CasellaDiTesto 3">
            <a:extLst>
              <a:ext uri="{FF2B5EF4-FFF2-40B4-BE49-F238E27FC236}">
                <a16:creationId xmlns:a16="http://schemas.microsoft.com/office/drawing/2014/main" id="{DE6692DC-33FF-DFAD-D600-E030455DAA00}"/>
              </a:ext>
            </a:extLst>
          </p:cNvPr>
          <p:cNvSpPr txBox="1">
            <a:spLocks noChangeArrowheads="1"/>
          </p:cNvSpPr>
          <p:nvPr/>
        </p:nvSpPr>
        <p:spPr bwMode="auto">
          <a:xfrm>
            <a:off x="148996" y="1026611"/>
            <a:ext cx="6073850" cy="523220"/>
          </a:xfrm>
          <a:prstGeom prst="rect">
            <a:avLst/>
          </a:prstGeom>
          <a:noFill/>
          <a:ln w="9525">
            <a:noFill/>
            <a:miter lim="800000"/>
            <a:headEnd/>
            <a:tailEnd/>
          </a:ln>
        </p:spPr>
        <p:txBody>
          <a:bodyPr wrap="square">
            <a:spAutoFit/>
          </a:bodyPr>
          <a:lstStyle/>
          <a:p>
            <a:pPr eaLnBrk="0" hangingPunct="0"/>
            <a:r>
              <a:rPr lang="en-GB" sz="2800" b="1" dirty="0" err="1"/>
              <a:t>Laureato</a:t>
            </a:r>
            <a:r>
              <a:rPr lang="en-GB" sz="2800" b="1" dirty="0"/>
              <a:t>: </a:t>
            </a:r>
            <a:r>
              <a:rPr lang="en-GB" sz="2800" b="1" dirty="0" err="1"/>
              <a:t>Dott. Dario Guidi</a:t>
            </a:r>
            <a:r>
              <a:rPr lang="en-GB" sz="2800" b="1" dirty="0"/>
              <a:t/>
            </a:r>
            <a:r>
              <a:rPr lang="en-GB" sz="2800" b="1" dirty="0" err="1"/>
              <a:t/>
            </a:r>
            <a:r>
              <a:rPr lang="en-GB" sz="2800" b="1" dirty="0"/>
              <a:t/>
            </a:r>
          </a:p>
        </p:txBody>
      </p:sp>
      <p:sp>
        <p:nvSpPr>
          <p:cNvPr id="20" name="CasellaDiTesto 3">
            <a:extLst>
              <a:ext uri="{FF2B5EF4-FFF2-40B4-BE49-F238E27FC236}">
                <a16:creationId xmlns:a16="http://schemas.microsoft.com/office/drawing/2014/main" id="{27DF14AF-9B67-63E9-85BB-C4F12854F3C0}"/>
              </a:ext>
            </a:extLst>
          </p:cNvPr>
          <p:cNvSpPr txBox="1">
            <a:spLocks noChangeArrowheads="1"/>
          </p:cNvSpPr>
          <p:nvPr/>
        </p:nvSpPr>
        <p:spPr bwMode="auto">
          <a:xfrm>
            <a:off x="134842" y="2599707"/>
            <a:ext cx="4500214" cy="369332"/>
          </a:xfrm>
          <a:prstGeom prst="rect">
            <a:avLst/>
          </a:prstGeom>
          <a:noFill/>
          <a:ln w="9525">
            <a:noFill/>
            <a:miter lim="800000"/>
            <a:headEnd/>
            <a:tailEnd/>
          </a:ln>
        </p:spPr>
        <p:txBody>
          <a:bodyPr wrap="square">
            <a:spAutoFit/>
          </a:bodyPr>
          <a:lstStyle/>
          <a:p>
            <a:pPr eaLnBrk="0" hangingPunct="0"/>
            <a:r>
              <a:rPr lang="en-GB" b="1" dirty="0" err="1"/>
              <a:t>Relatore</a:t>
            </a:r>
            <a:r>
              <a:rPr lang="en-GB" b="1" dirty="0"/>
              <a:t>: Prof. Alessio Vecchio</a:t>
            </a:r>
            <a:r>
              <a:rPr lang="en-GB" b="1" dirty="0" err="1"/>
              <a:t/>
            </a:r>
            <a:r>
              <a:rPr lang="en-GB" b="1" dirty="0"/>
              <a:t/>
            </a:r>
          </a:p>
        </p:txBody>
      </p:sp>
      <p:pic>
        <p:nvPicPr>
          <p:cNvPr id="34" name="Picture 33" descr="efficiency_jpt.png"/>
          <p:cNvPicPr>
            <a:picLocks noChangeAspect="1"/>
          </p:cNvPicPr>
          <p:nvPr/>
        </p:nvPicPr>
        <p:blipFill>
          <a:blip r:embed="rId6"/>
          <a:stretch>
            <a:fillRect/>
          </a:stretch>
        </p:blipFill>
        <p:spPr>
          <a:xfrm>
            <a:off x="6222846" y="3814606"/>
            <a:ext cx="3685803" cy="201043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5DAC3ED0EBB8B4F9FE54EF51318C557" ma:contentTypeVersion="4" ma:contentTypeDescription="Create a new document." ma:contentTypeScope="" ma:versionID="7e005ef059e69192172a5c7396b466fc">
  <xsd:schema xmlns:xsd="http://www.w3.org/2001/XMLSchema" xmlns:xs="http://www.w3.org/2001/XMLSchema" xmlns:p="http://schemas.microsoft.com/office/2006/metadata/properties" xmlns:ns2="b8f38329-fe82-4838-8fdd-4280d7b6e94e" targetNamespace="http://schemas.microsoft.com/office/2006/metadata/properties" ma:root="true" ma:fieldsID="424c390e64b462513100b9a7e084c2fa" ns2:_="">
    <xsd:import namespace="b8f38329-fe82-4838-8fdd-4280d7b6e94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8f38329-fe82-4838-8fdd-4280d7b6e94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37CD499-5F4A-42A5-8068-7C4C58B63BD9}">
  <ds:schemaRefs>
    <ds:schemaRef ds:uri="http://schemas.openxmlformats.org/package/2006/metadata/core-properties"/>
    <ds:schemaRef ds:uri="http://schemas.microsoft.com/office/2006/metadata/properties"/>
    <ds:schemaRef ds:uri="http://purl.org/dc/elements/1.1/"/>
    <ds:schemaRef ds:uri="http://schemas.microsoft.com/office/infopath/2007/PartnerControls"/>
    <ds:schemaRef ds:uri="http://purl.org/dc/dcmitype/"/>
    <ds:schemaRef ds:uri="http://schemas.microsoft.com/office/2006/documentManagement/types"/>
    <ds:schemaRef ds:uri="b8f38329-fe82-4838-8fdd-4280d7b6e94e"/>
    <ds:schemaRef ds:uri="http://www.w3.org/XML/1998/namespace"/>
    <ds:schemaRef ds:uri="http://purl.org/dc/terms/"/>
  </ds:schemaRefs>
</ds:datastoreItem>
</file>

<file path=customXml/itemProps2.xml><?xml version="1.0" encoding="utf-8"?>
<ds:datastoreItem xmlns:ds="http://schemas.openxmlformats.org/officeDocument/2006/customXml" ds:itemID="{448BE7BF-29D8-4C20-8A32-3787C900441F}">
  <ds:schemaRefs>
    <ds:schemaRef ds:uri="http://schemas.microsoft.com/sharepoint/v3/contenttype/forms"/>
  </ds:schemaRefs>
</ds:datastoreItem>
</file>

<file path=customXml/itemProps3.xml><?xml version="1.0" encoding="utf-8"?>
<ds:datastoreItem xmlns:ds="http://schemas.openxmlformats.org/officeDocument/2006/customXml" ds:itemID="{8D3E8510-347C-488F-90AC-6506B782AEC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8f38329-fe82-4838-8fdd-4280d7b6e94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5</TotalTime>
  <Words>38</Words>
  <Application>Microsoft Office PowerPoint</Application>
  <PresentationFormat>Widescreen</PresentationFormat>
  <Paragraphs>9</Paragraphs>
  <Slides>1</Slides>
  <Notes>1</Notes>
  <HiddenSlides>0</HiddenSlides>
  <MMClips>0</MMClips>
  <ScaleCrop>false</ScaleCrop>
  <HeadingPairs>
    <vt:vector size="6" baseType="variant">
      <vt:variant>
        <vt:lpstr>Caratteri utilizzati</vt:lpstr>
      </vt:variant>
      <vt:variant>
        <vt:i4>3</vt:i4>
      </vt:variant>
      <vt:variant>
        <vt:lpstr>Tema</vt:lpstr>
      </vt:variant>
      <vt:variant>
        <vt:i4>1</vt:i4>
      </vt:variant>
      <vt:variant>
        <vt:lpstr>Titoli diapositive</vt:lpstr>
      </vt:variant>
      <vt:variant>
        <vt:i4>1</vt:i4>
      </vt:variant>
    </vt:vector>
  </HeadingPairs>
  <TitlesOfParts>
    <vt:vector size="5" baseType="lpstr">
      <vt:lpstr>Arial</vt:lpstr>
      <vt:lpstr>Calibri</vt:lpstr>
      <vt:lpstr>Times New Roman</vt:lpstr>
      <vt:lpstr>Office Theme</vt:lpstr>
      <vt:lpstr>Presentazione standard di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Presentazione standard di PowerPoint</dc:title>
  <dc:creator>Monica Puccini</dc:creator>
  <cp:lastModifiedBy>Federica Marazzato</cp:lastModifiedBy>
  <cp:revision>18</cp:revision>
  <dcterms:created xsi:type="dcterms:W3CDTF">2023-06-19T11:45:48Z</dcterms:created>
  <dcterms:modified xsi:type="dcterms:W3CDTF">2025-04-04T11:47:19Z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0x01010075DAC3ED0EBB8B4F9FE54EF51318C557</vt:lpwstr>
  </property>
</Properties>
</file>